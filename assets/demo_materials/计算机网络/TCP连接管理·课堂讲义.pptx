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 连接管理 · 课堂讲义｜TCP 的两个核心特征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面向连接：通信前必须先建立连接，通信后要释放。</a:t>
            </a:r>
          </a:p>
          <a:p>
            <a:r>
              <a:rPr sz="1800"/>
              <a:t>可靠传输：确认、重传、序号、滑动窗口共同保证不丢不乱。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三次握手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第一次：客户端发 SYN，带自己的初始序号 seq = x。</a:t>
            </a:r>
          </a:p>
          <a:p>
            <a:r>
              <a:rPr sz="1800"/>
              <a:t>第二次：服务端回 SYN + ACK，自己的序号 seq = y，确认号 ack = x + 1。</a:t>
            </a:r>
          </a:p>
          <a:p>
            <a:r>
              <a:rPr sz="1800"/>
              <a:t>第三次：客户端回 ACK，确认号 ack = y + 1，连接建立。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为什么是三次而不是两次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两次无法确认客户端的接收能力。</a:t>
            </a:r>
          </a:p>
          <a:p>
            <a:r>
              <a:rPr sz="1800"/>
              <a:t>更实际的原因：防止历史失效的连接请求突然到达服务端，造成服务端白白建立连接。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四次挥手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主动方发 FIN；被动方先回 ACK（此时半关闭，被动方可能还有数据要发）。</a:t>
            </a:r>
          </a:p>
          <a:p>
            <a:r>
              <a:rPr sz="1800"/>
              <a:t>被动方数据发完后发自己的 FIN；主动方回 ACK，进入 TIME_WAIT。</a:t>
            </a:r>
          </a:p>
          <a:p>
            <a:r>
              <a:rPr sz="1800"/>
              <a:t>因为被动方的 ACK 和 FIN 不能合并，所以是四次而不是三次。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TIME_WAIT 为什么要等 2MSL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保证最后那个 ACK 能到达对端；丢了的话对端会重传 FIN，还有机会补发。</a:t>
            </a:r>
          </a:p>
          <a:p>
            <a:r>
              <a:rPr sz="1800"/>
              <a:t>让本次连接的旧报文在网络中彻底消失，避免污染下一个使用同样端口的新连接。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易错点小结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把三次握手说成“确认双方都能收发”——准确说法是确认双方收发能力，并同步初始序号。</a:t>
            </a:r>
          </a:p>
          <a:p>
            <a:r>
              <a:rPr sz="1800"/>
              <a:t>忘记 TIME_WAIT 是主动关闭方进入的状态，不是被动方。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