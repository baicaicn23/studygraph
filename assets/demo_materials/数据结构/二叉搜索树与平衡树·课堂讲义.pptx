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二叉搜索树与平衡树 · 课堂讲义｜为什么需要二叉搜索树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有序数组查找是 O(log n)，但插入删除要搬移元素，是 O(n)。</a:t>
            </a:r>
          </a:p>
          <a:p>
            <a:r>
              <a:rPr sz="1800"/>
              <a:t>链表的插入删除是 O(1)，但查找要遍历，是 O(n)。</a:t>
            </a:r>
          </a:p>
          <a:p>
            <a:r>
              <a:rPr sz="1800"/>
              <a:t>二叉搜索树想把两者的优点合起来：查找、插入、删除的平均代价都是 O(log n)。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定义与性质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每个节点最多两个子节点，左子树的所有键小于根，右子树的所有键大于根。</a:t>
            </a:r>
          </a:p>
          <a:p>
            <a:r>
              <a:rPr sz="1800"/>
              <a:t>中序遍历的结果一定是一个递增序列——这是判断一棵树是不是 BST 的最快方法。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查找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从根开始比较：相等则命中，小于往左走，大于往右走。</a:t>
            </a:r>
          </a:p>
          <a:p>
            <a:r>
              <a:rPr sz="1800"/>
              <a:t>时间复杂度取决于树高 h，平均 O(log n)，最坏 O(n)。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插入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按查找的方式走到空位置，把新节点挂上去。</a:t>
            </a:r>
          </a:p>
          <a:p>
            <a:r>
              <a:rPr sz="1800"/>
              <a:t>插入不会改变已有节点的相对结构，所以不需要旋转。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删除（三种情况）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叶子节点：直接删除。</a:t>
            </a:r>
          </a:p>
          <a:p>
            <a:r>
              <a:rPr sz="1800"/>
              <a:t>只有一个子节点：用子节点顶替它的位置。</a:t>
            </a:r>
          </a:p>
          <a:p>
            <a:r>
              <a:rPr sz="1800"/>
              <a:t>有两个子节点：用右子树的最小节点（中序后继）或左子树的最大节点替换，再递归删除那个替代节点。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退化问题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如果按有序序列依次插入，BST 会退化成一条链，树高变成 n。</a:t>
            </a:r>
          </a:p>
          <a:p>
            <a:r>
              <a:rPr sz="1800"/>
              <a:t>此时所有操作都退化成 O(n)，和链表没有区别。</a:t>
            </a:r>
          </a:p>
          <a:p>
            <a:r>
              <a:rPr sz="1800"/>
              <a:t>这正是「平衡树」要解决的问题。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平衡树如何补救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AVL 树：要求任意节点左右子树高度差不超过 1，插入删除后用旋转维持。查找最稳定，但旋转频繁。</a:t>
            </a:r>
          </a:p>
          <a:p>
            <a:r>
              <a:rPr sz="1800"/>
              <a:t>红黑树：用颜色约束近似平衡，旋转次数少，插入删除更快；标准库里的 map / set 多用它。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易错点小结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把「平均 O(log n)」当成「一定 O(log n)」——最坏情况是 O(n)。</a:t>
            </a:r>
          </a:p>
          <a:p>
            <a:r>
              <a:rPr sz="1800"/>
              <a:t>删除有两个子节点的节点时，忘了递归删除用来替换的那个节点，导致出现重复键。</a:t>
            </a:r>
          </a:p>
          <a:p>
            <a:r>
              <a:rPr sz="1800"/>
              <a:t>只用「左孩子小于根」判断 BST，忽略了整棵左子树都必须小于根。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