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ppt/presentation.xml" Id="rId1" /><Relationship Type="http://schemas.openxmlformats.org/package/2006/relationships/metadata/thumbnail" Target="docProps/thumbnail.jpeg" Id="rId2" /><Relationship Type="http://schemas.openxmlformats.org/package/2006/relationships/metadata/core-properties" Target="docProps/core.xml" Id="rId3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a5469f58f0c347cd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1 封面｜一次学习回合拆成四个节点，每步存档，写库前先问一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全国大学生数字媒体科技作品及创意竞赛 · 赛道十三 · 智慧教育与智能软件类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知迹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面向大学生的 AI 学习私教与智能复习系统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一次学习回合被拆成四个节点，每一步都存档；写进你的资料库之前，它会先问一句。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技术栈　Python 3.12 · LangGraph · FastAPI + SSE · SQLite · Next.js 16 · React 19 ·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项自动测试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道检索题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个功能页面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4864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9618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个 SQLite 文件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2 目录｜做什么、怎么做、验证到什么程度、还差什么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301752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技术选型与架构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三项关键实现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6634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实际使用与指标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4864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边界与下一步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全篇按做什么、怎么做、验证到什么程度、还差什么四段推进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3 它做什么｜整理资料，出题，复习——三件事连起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01 它做什么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整理资料，出题，复习——三件事连起来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三步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一、整理资料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讲义、课件、笔记、错题照片传进来，按学科分好；PDF 能翻到第几页，拍照的板书也能转成文字。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二、自动出题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按你传进来的资料出题；上次做错的方向会多出几道，不是凑一套。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三、结合知识库复习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今天该练哪几题，按掌握度和到期时间排好；复习时能翻回原文那一页。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做完之后是这样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找资料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搜一句就定位到第几页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出题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题从你的资料和错因里来，不是凑的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复习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到期的自动排好，不用自己惦记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不被乱改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写进资料库前会先问你一句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后面几页讲的是支撑这三件事的做法：检索怎么保证找得准，过程怎么保证不丢，数据怎么保证不被模型改坏。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4 技术选型｜只守三条：零运维、能离线、可评测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选型只守三条：零运维、能离线、可评测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层次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574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选型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057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承担什么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057400"/>
            <a:ext cx="3593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没选什么，为什么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编排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LangGraph 显式状态图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4203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回合路由、工具循环、检查点、中断恢复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4203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自研状态机，断点和中断还得自己写一遍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063239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063239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FastAPI + 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63239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流式下发步骤、回传人工确认结果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3063239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同步框架边算边推做不到，过程也就看不见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存储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584448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 · FTS5 + 向量表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584448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单文件装下全部业务数据与检索索引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84448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换 MySQL 会牺牲中文检索和离线演示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05656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105656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全文 + 向量 + LIKE + 加权 RRF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105656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中文短词、同义异名、语义近似的多路覆盖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105656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纯向量会漏掉专有名词和两字词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626864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26864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Next.js 16 · App Router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626864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页面路由、流式渲染、交互态管理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626864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 SPA 处理流式和多页状态更绕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148072"/>
            <a:ext cx="896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148072"/>
            <a:ext cx="217627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MCP · 自写 stdio 客户端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148072"/>
            <a:ext cx="318211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外部工具即插即用、跨宿主复用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5148072"/>
            <a:ext cx="348386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自研协议没有生态，也谈不上复用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这样整条链路都能离线跑通，测试和评测一次 API 都不花——这是能反复验证的前提。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5 架构｜依赖只朝内，回合画成图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02 技术选型与架构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依赖只朝内，回合画成图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四层边界 · 依赖只朝内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interfaces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API 与流式接口，唯一允许依赖全部的一层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用例编排、端口定义、LangGraph 状态图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纯函数：路由、切块、融合排序、排期、护栏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SQLite、模型调用、向量、文件解析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一次回合 · 四个节点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判意图：讲解、练习、规划、检索、计算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复杂任务才规划，简单请求直接进模型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模型推理，决定调哪个工具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4009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614416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执行工具、回填结果，可回到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每跑完一个节点就存一次档。关掉页面还能接着跑、写库前先停下来问你，靠的都是这一点。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6 实现一｜四条一起找，把中文短词和同义异名都补上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① 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四条一起找，把中文短词和同义异名都补上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原查询全文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trigram 分词，中文按字面也能命中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局限：错一个字就漏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103120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24942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同义 · 中英扩写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59689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本征值 → 特征值，queue → 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32186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局限：靠词典，推断有噪声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两字词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「秩」「队列」进不了 trigram 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局限：按覆盖度排序，精度中等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3913632"/>
            <a:ext cx="4983480" cy="1572768"/>
          </a:xfrm>
          <a:prstGeom prst="roundRect">
            <a:avLst/>
          </a:prstGeom>
          <a:solidFill>
            <a:srgbClr val="FAF9F5"/>
          </a:solidFill>
          <a:ln w="635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0599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向量语义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40740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字面全不同、意思相近仍能召回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局限：没有真实模型时不可靠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这四条不是凑数，每条都对应一类真实漏掉的查询。关掉精排，MRR 从 0.9714 掉到 0.9571，命中数没变——它改善的是排序，不是召回。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7 实现二｜接着跑靠检查点，改不了靠两层权限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② 执行边界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接着跑靠检查点，改不了靠两层权限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2103120"/>
            <a:ext cx="7620" cy="365760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可恢复的三个必要件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检查点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每步结束落一次状态，存在 SQLite，进程重启也不丢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中断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写操作前主动暂停，等用户确认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确认后按原路径续跑，不重放整段对话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84831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权限两层：看得见 ≠ 跑得动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420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讲解 · 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1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看得见全部工具，执行层放行；写操作仍要确认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49039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看得见只读工具，执行层直接拒绝写操作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进度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81728"/>
            <a:ext cx="4754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看不见任何工具，执行层一律拦截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写库的流程是：模型要写 → 图停下来 → 人点确认 → 从检查点恢复再落库。两层权限都得有：只藏工具，模型仍会说出被禁的名字然后失败；只在执行时拦，模型会一遍遍重试。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8 实现三｜容差 0.05，掉出这个范围就算失败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03 关键实现 ③ 质量门禁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容差 0.05，掉出这个范围就算失败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284 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自动化测试，离线零 API 消耗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8738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0.9714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8738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检索 Hit@3 · 35 题考卷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1636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意图准确率 · 15 句考卷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4534" y="2240280"/>
            <a:ext cx="21556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0.05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4534" y="2926080"/>
            <a:ext cx="215569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掉分红线，超出即非零退出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66160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0584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判分没有交给大模型。同一模型既写又评，会共享同一批盲区：它第一次没看出来的错，复核时同样看不出来，还可能把本来对的答案改坏。所以判据都用能机器校验的方式——命中的是哪一篇、分到了哪一类。模型的意见只用在人工抽检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口径：检索评测用确定性词面向量，同版本任何人复跑结果一致；真实语义效果由接真模型单独确认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09 实际使用｜四步走完一个学习周期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04 实际使用与指标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四步走完一个学习周期</a:t>
            </a:r>
          </a:p>
        </p:txBody>
      </p:sp>
      <p:pic>
        <p:nvPicPr>
          <p:cNvPr id="5" name="Picture 4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7498079" cy="3379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574553"/>
            <a:ext cx="7406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知识库页实拍：左边是学科目录树，中间是资料列表，右侧可以直接就着当前这个库提问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103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讲义入库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23591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PDF / Word / PPT / Excel 秒传；板书照片经视觉转写后入库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0175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0175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就着资料提问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5128" y="32735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回答标着出自哪份资料第几页，原件点开就能核对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9319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39319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错题按错因归档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41879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概念混淆 / 步骤遗漏 / 条件误读 / 计算失误 / 表述不清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8463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846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到期自动复盘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5102352"/>
            <a:ext cx="2377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今日复习只列到期题和薄弱学科，日程管什么时候做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演示数据：7 个学科库 / 24 份资料 / 46 个可检索片段，全部带出处。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 边界｜六项能力：两项达标，三项一半，一项没做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05 边界与下一步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05840"/>
            <a:ext cx="10177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六项能力：两项达标，三项只做了一半，一项没做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能力项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057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057400"/>
            <a:ext cx="6062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依据 / 还缺什么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95728"/>
            <a:ext cx="10177272" cy="7620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中断可恢复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4203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4203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状态图 + 检查点 + 中断恢复，均有回归测试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990087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39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检索准确 / 可追溯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63239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35 题考卷，接真实向量 35/35，引用精确到页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11296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84448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工具执行治理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584448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584448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有双层权限与超时兜底，缺按参数与资源的细粒度约束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32504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05656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长上下文管理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105656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105656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有抽取式摘要与预算控制，缺关键事实外置成结构化笔记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553712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26864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长期记忆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626864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一半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626864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按课程隔离、写入前确认，缺过期、替换与删除机制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07492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48072"/>
            <a:ext cx="281635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任务级成功率评测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148072"/>
            <a:ext cx="1078992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没做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5148072"/>
            <a:ext cx="595274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现有考卷只测「找到没」「分类对不对」，不测「这次会话有没有用」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897880"/>
            <a:ext cx="10177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接下来按这个顺序补：任务级成功率评测 → 记忆的过期与删除 → 更难的检索考卷。三项都能在现有门禁里验证。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1 收束｜资料进去，题出来，复习排好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4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2801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B365D"/>
                </a:solidFill>
                <a:latin typeface="Songti SC"/>
                <a:ea typeface="Songti SC"/>
                <a:cs typeface="Songti SC"/>
              </a:rPr>
              <a:t>资料进去，题出来，复习排好——就这三件事。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17520"/>
            <a:ext cx="1005840" cy="152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现在都能用。还在补的有三块，写在上一页：任务级评测、记忆的过期与删除、更难的题库。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任务级评测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从「找到没」升级到「这次复习有没有用」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记忆生命周期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记错的东西能改、能删、过期会失效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343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41413"/>
                </a:solidFill>
                <a:latin typeface="Songti SC"/>
                <a:ea typeface="Songti SC"/>
                <a:cs typeface="Songti SC"/>
              </a:rPr>
              <a:t>下一步 · 更难的题库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466344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D3D3A"/>
                </a:solidFill>
                <a:latin typeface="Songti SC"/>
                <a:ea typeface="Songti SC"/>
                <a:cs typeface="Songti SC"/>
              </a:rPr>
              <a:t>题太简单就看不出改动的好坏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5669280"/>
            <a:ext cx="10177272" cy="317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5216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284 项自动测试 · 35 道检索题 · 7 个功能页面　|　赛道十三 智慧教育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A64"/>
                </a:solidFill>
                <a:latin typeface="Songti SC"/>
                <a:ea typeface="Songti SC"/>
                <a:cs typeface="Songti SC"/>
              </a:rPr>
              <a:t>·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2026-10-21T04:47:52Z</vt:lpwstr>
  </op:property>
</op:Properties>
</file>