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ppt/presentation.xml" Id="rId1" /><Relationship Type="http://schemas.openxmlformats.org/package/2006/relationships/metadata/thumbnail" Target="docProps/thumbnail.jpeg" Id="rId2" /><Relationship Type="http://schemas.openxmlformats.org/package/2006/relationships/metadata/core-properties" Target="docProps/core.xml" Id="rId3" /><Relationship Type="http://schemas.openxmlformats.org/officeDocument/2006/relationships/extended-properties" Target="docProps/app.xml" Id="rId4" /><Relationship Type="http://schemas.openxmlformats.org/officeDocument/2006/relationships/custom-properties" Target="/docProps/custom.xml" Id="R91914ccb700740d9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1 封面｜整理资料，出题，复习——三件事，一个应用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2296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全国大学生数字媒体科技作品及创意竞赛 · 赛道十三 · 智慧教育与智能软件类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7315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知迹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88036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面向大学生的 AI 学习私教与智能复习系统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520440"/>
            <a:ext cx="1005840" cy="152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767328"/>
            <a:ext cx="6949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整理学习资料，自动出错题，结合知识库复习——三件事，一个应用。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63440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技术栈　Python 3.12 · LangGraph · FastAPI + SSE · SQLite · Next.js 16 · React 19 · MCP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284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项自动测试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道检索题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个功能页面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个 SQLite 文件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2 目录｜背景 / 技术 / 应用与验证 / 边界与下一步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219456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301752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技术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84048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应用与验证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66344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466344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边界与下一步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943600"/>
            <a:ext cx="101772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技术篇六项：回合编排 · 工具调用 · 工具权限 · 检索 · MCP · 联网搜索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3 背景｜整理资料，出题，复习——三件事连起来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01 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整理资料，出题，复习——三件事连起来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2103120"/>
            <a:ext cx="7620" cy="365760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要做的三件事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一、整理资料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讲义、课件、笔记、错题照片传进来，按学科分好；PDF 能翻到第几页，拍照的板书也能转成文字。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二、自动出题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按你传进来的资料出题；上次做错的方向会多出几道，不是凑一套。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三、结合知识库复习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今天该练哪几题，按掌握度和到期时间排好；复习时能翻回原文那一页。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做完之后是这样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找资料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搜一句就定位到第几页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出题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题从你的资料和错因里来，不是凑的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复习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到期的自动排好，不用自己惦记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34009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不被乱改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614416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写进资料库前会先问你一句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后面几页讲的是支撑这三件事的做法：检索怎么保证找得准，过程怎么保证不丢，数据怎么保证不被模型改坏。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4 背景｜实际是这样用的：一周里发生的事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01 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实际是这样用的：一周里发生的事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6289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54680"/>
            <a:ext cx="24460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周一　把讲义传进来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24460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04E49"/>
                </a:solidFill>
                <a:latin typeface="Songti SC"/>
                <a:ea typeface="Songti SC"/>
                <a:cs typeface="Songti SC"/>
              </a:rPr>
              <a:t>这周的课件、笔记、错题照片一次性丢进去，按学科分好；以后不用再翻各个平台找。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3300" y="2286000"/>
            <a:ext cx="26289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3300" y="3154680"/>
            <a:ext cx="24460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周三　复习被问住了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3300" y="3794760"/>
            <a:ext cx="24460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04E49"/>
                </a:solidFill>
                <a:latin typeface="Songti SC"/>
                <a:ea typeface="Songti SC"/>
                <a:cs typeface="Songti SC"/>
              </a:rPr>
              <a:t>就着资料提问，答案标着出自哪份资料第几页，点开就能对；讲不清的地方当场记下。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2286000"/>
            <a:ext cx="26289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3154680"/>
            <a:ext cx="24460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周五　自动出题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3794760"/>
            <a:ext cx="24460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04E49"/>
                </a:solidFill>
                <a:latin typeface="Songti SC"/>
                <a:ea typeface="Songti SC"/>
                <a:cs typeface="Songti SC"/>
              </a:rPr>
              <a:t>按这周传的资料出题，做错的方向会多出几道；做完能看参考答案和关键步骤。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2286000"/>
            <a:ext cx="26289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01100" y="3154680"/>
            <a:ext cx="24460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周日　今天该练哪几题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3794760"/>
            <a:ext cx="24460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04E49"/>
                </a:solidFill>
                <a:latin typeface="Songti SC"/>
                <a:ea typeface="Songti SC"/>
                <a:cs typeface="Songti SC"/>
              </a:rPr>
              <a:t>到期题和薄弱学科自动排好，练完打个分，复习时间跟着掌握度走。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30936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 - 04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这条链上任何一步断了，后面的都接不上——技术篇讲的就是怎么保证它不断。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5 技术·回合编排｜一次学习回合，是画出来的一张图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02 技术 · 回合编排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一次学习回合，是画出来的一张图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2103120"/>
            <a:ext cx="7620" cy="365760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四个节点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先判这轮要干什么：讲解、练习、规划、检索、计算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复杂任务才出计划，简单请求直接进模型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模型推理，决定这一步调哪个工具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34009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614416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执行工具、把结果回填，再回到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为什么要画成图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因为它会中断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中途关页、下次进来要能从断的地方接着跑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因为它要等人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写数据前必须停下来问一句，不能自己决定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因为它会出错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哪一步出的问题要能查得到，而不是整段重跑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每个节点结束都落一次检查点——这既是「断了能接着跑」，也是「写库前停下来问你」的技术前提。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6 技术·工具调用｜九个工具，模型想调哪个就调哪个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02 技术 · 工具调用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九个工具，模型想调哪个就调哪个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103120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224942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查自己的东西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2596896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knowledge_search 查学科知识库、mistake_search 查错题记录，都能按关键词过滤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32186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返回片段时带出处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2103120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224942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存进去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596896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save_note 把结论沉淀进某个学科库；write_file 写进文件工作区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32186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存之前一定先问一句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3913632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405993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看工作区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4407408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read_file 读文件、list_files 列出文件，按最近修改排序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5029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同名文件会被覆盖，工具说明里写明了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7064" y="3913632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405993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问外面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407408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web_search 联网搜、fetch_url 读网页正文、calculator 算表达式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5029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资料里没有才用得上的那部分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工具失败不炸回合：单次超时 + 有限次重试，还失败就转成一条工具消息告诉模型，让它换条路走。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7 技术·工具权限｜看得见的工具，不等于跑得动的工具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02 技术 · 工具权限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看得见的工具，不等于跑得动的工具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2103120"/>
            <a:ext cx="7620" cy="365760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第一层：模型看得见哪些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讲解 · 检索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全部工具都能用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练习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只给只读工具，练习时不允许写你的库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进度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不给任何工具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第二层：执行时放不放行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讲解 · 检索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放行；写操作仍要经过确认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练习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写操作直接拒绝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进度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一律拦截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两层都要有：只做第一层，模型仍会说出被禁工具的名字然后失败；只做第二层，模型会一遍遍重试浪费轮数。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8 技术·检索｜中文资料难找，所以不只找一路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02 技术 · 检索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中文资料难找，所以不只找一路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103120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224942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按字面找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2596896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trigram 分词，中文按字面也能命中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32186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局限：错一个字就漏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2103120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224942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换个说法找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596896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本征值 → 特征值，queue → 队列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32186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局限：靠词典，推断有噪声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3913632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405993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短词兜底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4407408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「秩」「队列」进不了 trigram 索引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5029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局限：按覆盖度排序，精度中等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7064" y="3913632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405993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按意思找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407408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字面全不同、意思相近仍能召回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5029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局限：没有真实模型时不可靠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四路的分数不能直接相加（单位不一样），所以按名次加权融合，再补一层词面精排。关掉精排，MRR 从 0.9714 掉到 0.9571。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9 技术·MCP｜接外部工具，用的是现成的标准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02 技术 ·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接外部工具，用的是现成的标准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2103120"/>
            <a:ext cx="7620" cy="365760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我们做了什么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自己写了一个最小客户端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stdio 上的 JSON-RPC，能启动外部 server、列出工具、调用工具、关闭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零外部依赖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不用装任何第三方 MCP 库，一个文件就能跑；缺了的功能也不影响主流程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换来什么 / 代价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工具能即插即用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外部 server 的工具被发现后注册进工具表，模型直接能用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代价是只覆盖常用方法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完整规范还有采样、任务等扩展，我们没做，也暂时用不上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选它的理由：MCP 已经是事实标准，自研协议没有生态，跨宿主也复用不了。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0 技术·联网搜索｜资料里没有的，才去外面找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02 技术 · 联网搜索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资料里没有的，才去外面找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2103120"/>
            <a:ext cx="7620" cy="365760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怎么用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一次给几个不同角度的问题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不是只搜一次，而是拆成 2–4 个角度各搜一遍，再把结果合起来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结果自动清洗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网页正文会去掉标签和脚本，只留能读的文本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接了哪些源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DuckDuckGo · Tavily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通用搜索，海外内容多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必应中国 · 博查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中文内容更全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DeepSeek 内置搜索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接的是 DeepSeek 时自动启用，不用另配 key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搜回来的内容一律当「外部资料」标注来源，和你自己传的资料分开——避免混在一起分不清。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1 应用与验证｜三件事在界面上是这样连起来的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03 应用与验证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三件事在界面上是这样连起来的</a:t>
            </a:r>
          </a:p>
        </p:txBody>
      </p:sp>
      <p:pic>
        <p:nvPicPr>
          <p:cNvPr id="5" name="Picture 4" descr="ui-knowl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103120"/>
            <a:ext cx="7498079" cy="33799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05840" y="5574553"/>
            <a:ext cx="7406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知识库页实拍：左边是学科目录树，中间是资料列表，右侧可以直接就着当前这个库提问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21031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5128" y="21031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整理资料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25128" y="23591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传进来就按学科分好，PDF 能翻到第几页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0175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30175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自动出题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25128" y="32735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按资料出题，做错的记下错因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39319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39319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结合知识库复习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41879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到期题和薄弱学科自动排好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48463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8463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过程留痕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128" y="51023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每一步都能回看，出问题查得到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演示数据：7 个学科库 / 24 份资料 / 46 个可检索片段，全部带出处。验证：284 项自动测试、35 道检索题、意图 15 句全对。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2 边界｜六项能力：两项达标，三项一半，一项没做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04 边界与下一步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六项能力：两项达标，三项只做了一半，一项没做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能力项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205740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状态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057400"/>
            <a:ext cx="6062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依据 / 还缺什么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395728"/>
            <a:ext cx="10177272" cy="762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42032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中断可恢复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542032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达标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542032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状态图 + 检查点 + 中断恢复，均有回归测试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990087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63239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检索准确 / 可追溯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063239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达标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063239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35 题考卷，接真实向量 35/35，引用精确到页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511296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584448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工具执行治理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584448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一半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584448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有双层权限与超时兜底，缺按参数与资源的细粒度约束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4032504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105656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长上下文管理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105656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一半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105656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有抽取式摘要与预算控制，缺关键事实外置成结构化笔记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553712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626864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长期记忆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626864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一半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4626864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按课程隔离、写入前确认，缺过期、替换与删除机制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5074920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148072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任务级成功率评测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5148072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没做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5148072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现有考卷只测「找到没」「分类对不对」，不测「这次复习有没有用」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接下来按这个顺序补：任务级成功率评测 → 记忆的过期与删除 → 更难的检索考卷。三项都能在现有门禁里验证。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3 收束｜资料进去，题出来，复习排好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28016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96926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资料进去，题出来，复习排好——就这三件事。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017520"/>
            <a:ext cx="1005840" cy="152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9509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现在都能用。还在补的有三块，写在上一页：任务级评测、记忆的过期与删除、更难的题库。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3434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下一步 · 任务级评测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6344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从「找到没」升级到「这次复习有没有用」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7408" y="43434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下一步 · 记忆生命周期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466344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记错的东西能改、能删、过期会失效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08976" y="43434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下一步 · 更难的题库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08976" y="466344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题太简单就看不出改动的好坏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5669280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852160"/>
            <a:ext cx="101772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284 项自动测试 · 35 道检索题 · 7 个功能页面　|　赛道十三 智慧教育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1.0.158</vt:lpwstr>
  </op:property>
  <op:property fmtid="{D5CDD505-2E9C-101B-9397-08002B2CF9AE}" pid="3" name="OfficeCLI.LastModified">
    <vt:lpwstr xmlns:vt="http://schemas.openxmlformats.org/officeDocument/2006/docPropsVTypes">2026-10-21T04:50:45Z</vt:lpwstr>
  </op:property>
</op:Properties>
</file>