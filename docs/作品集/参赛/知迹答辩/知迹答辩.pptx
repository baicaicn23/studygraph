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20d670f5407a48c8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一次学习回合拆成四个节点，每步存档，写库前先问一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一次学习回合被拆成四个节点，每一步都存档；写进你的资料库之前，它会先问一句。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五段路线，第 3 页先给结论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技术选型与架构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三项关键实现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实际使用与指标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4864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第 3 页先把结论摆出来，后面每一页只负责证明其中一条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背景｜三个时刻，同一个毛病：用过的东西留不下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三个时刻，同一个毛病：用过的东西留不下来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一学期里的三个时刻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上课时，讲义散在三处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课程平台、聊天记录、手机相册各存一半，找一页要翻三个地方。检索不了。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写作业，问一句就走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答案留在对话框里，同类问题下次还得从零问一遍。复用不了。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期末，资料在，题没有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只能重读讲义、重翻记录，练的量不够。可练的题是空的。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我们把这件事拆成四个能验收的目标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G1　中断后接着跑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关页或断网再回来，能从上次的进度继续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G2　答案能翻到页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引用带「第 N 页」，原件点开就能核对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G3　数据不被乱改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写操作在执行层被拦，确认之后才落库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G4　好坏算得出来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固定考卷加基线，掉分自动拦下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缺的不是工具，是把用过的东西留下来：讲义、结论、错因，停下来就还是「用过」。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技术选型｜只守三条：零运维、能离线、可评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选型只守三条：零运维、能离线、可评测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层次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57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057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承担什么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57400"/>
            <a:ext cx="3593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没选什么，为什么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LangGraph 显式状态图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4203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回合路由、工具循环、检查点、中断恢复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4203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自研状态机，断点和中断还得自己写一遍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39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063239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FastAPI +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39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流式下发步骤、回传人工确认结果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063239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同步框架边算边推做不到，过程也就看不见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584448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 · FTS5 + 向量表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584448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单文件装下全部业务数据与检索索引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84448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换 MySQL 会牺牲中文检索和离线演示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05656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05656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全文 + 向量 + LIKE + 加权 RRF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05656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中文短词、同义异名、语义近似的多路覆盖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05656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纯向量会漏掉专有名词和两字词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626864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26864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Next.js 16 · App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626864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页面路由、流式渲染、交互态管理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626864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 SPA 处理流式和多页状态更绕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14807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14807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MCP · 自写 stdio 客户端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4807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外部工具即插即用、跨宿主复用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4807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自研协议没有生态，也谈不上复用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这样整条链路都能离线跑通，测试和评测一次 API 都不花——这是能反复验证的前提。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架构｜依赖只朝内，回合画成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依赖只朝内，回合画成图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四层边界 · 依赖只朝内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interfaces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API 与流式接口，唯一允许依赖全部的一层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用例编排、端口定义、LangGraph 状态图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纯函数：路由、切块、融合排序、排期、护栏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SQLite、模型调用、向量、文件解析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一次回合 · 四个节点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判意图：讲解、练习、规划、检索、计算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复杂任务才规划，简单请求直接进模型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模型推理，决定调哪个工具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执行工具、回填结果，可回到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每跑完一个节点就存一次档。关掉页面还能接着跑、写库前先停下来问你，靠的都是这一点。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实现一｜四条一起找，把中文短词和同义异名都补上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①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四条一起找，把中文短词和同义异名都补上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原查询全文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同义 · 中英扩写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两字词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向量语义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局限：没有真实模型时不可靠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这四条不是凑数，每条都对应一类真实漏掉的查询。关掉精排，MRR 从 0.9714 掉到 0.9571，命中数没变——它改善的是排序，不是召回。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实现二｜接着跑靠检查点，改不了靠两层权限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② 执行边界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接着跑靠检查点，改不了靠两层权限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可恢复的三个必要件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每步结束落一次状态，存在 SQLite，进程重启也不丢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写操作前主动暂停，等用户确认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确认后按原路径续跑，不重放整段对话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权限两层：看得见 ≠ 跑得动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看得见全部工具，执行层放行；写操作仍要确认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看得见只读工具，执行层直接拒绝写操作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看不见任何工具，执行层一律拦截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写库的流程是：模型要写 → 图停下来 → 人点确认 → 从检查点恢复再落库。两层权限都得有：只藏工具，模型仍会说出被禁的名字然后失败；只在执行时拦，模型会一遍遍重试。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实现三｜容差 0.05，掉出这个范围就算失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③ 质量门禁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容差 0.05，掉出这个范围就算失败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 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自动化测试，离线零 API 消耗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8738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0.9714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8738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检索 Hit@3 · 35 题考卷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意图准确率 · 15 句考卷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4534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4534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掉分红线，超出即非零退出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66160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分没有交给大模型。同一模型既写又评，会共享同一批盲区：它第一次没看出来的错，复核时同样看不出来，还可能把本来对的答案改坏。所以判据都用能机器校验的方式——命中的是哪一篇、分到了哪一类。模型的意见只用在人工抽检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口径：检索评测用确定性词面向量，同版本任何人复跑结果一致；真实语义效果由接真模型单独确认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实际使用｜四步走完一个学习周期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实际使用与指标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四步走完一个学习周期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知识库页实拍：左边是学科目录树，中间是资料列表，右侧可以直接就着当前这个库提问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讲义入库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PDF / Word / PPT / Excel 秒传；板书照片经视觉转写后入库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就着资料提问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回答标着出自哪份资料第几页，原件点开就能核对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错题按错因归档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概念混淆 / 步骤遗漏 / 条件误读 / 计算失误 / 表述不清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到期自动复盘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今日复习只列到期题和薄弱学科，日程管什么时候做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边界｜六项能力：两项达标，三项一半，一项没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05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六项能力：两项达标，三项只做了一半，一项没做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还缺什么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没做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现有考卷只测「找到没」「分类对不对」，不测「这次会话有没有用」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接下来按这个顺序补：任务级成功率评测 → 记忆的过期与删除 → 更难的检索考卷。三项都能在现有门禁里验证。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收束｜真正做完的是三件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真正做完的是三件事：每一步留痕，越权拦得住，变差算得出来。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其余的还差着，已经写在上一页。我们把它做成一个能交付的系统：能做什么说清楚，缺什么也写在纸上。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从「找到没」升级到「这次会话有没有用」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能改、能删、过期会失效，不再用错旧偏好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更难的考卷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题不难，后面改什么都看不出好坏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2026-10-21T04:34:50Z</vt:lpwstr>
  </op:property>
</op:Properties>
</file>