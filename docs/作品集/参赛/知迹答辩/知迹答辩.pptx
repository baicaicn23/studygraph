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ppt/presentation.xml" Id="rId1" /><Relationship Type="http://schemas.openxmlformats.org/package/2006/relationships/metadata/thumbnail" Target="docProps/thumbnail.jpeg" Id="rId2" /><Relationship Type="http://schemas.openxmlformats.org/package/2006/relationships/metadata/core-properties" Target="docProps/core.xml" Id="rId3" /><Relationship Type="http://schemas.openxmlformats.org/officeDocument/2006/relationships/extended-properties" Target="docProps/app.xml" Id="rId4" /><Relationship Type="http://schemas.openxmlformats.org/officeDocument/2006/relationships/custom-properties" Target="/docProps/custom.xml" Id="R7e96482bb94640ab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1 封面｜知迹：把一次学习回合做成可恢复、可拦截、可度量的状态图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82296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全国大学生数字媒体科技作品及创意竞赛 · 赛道十三 · 智慧教育与智能软件类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73152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知迹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88036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面向大学生的 AI 学习私教与智能复习系统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520440"/>
            <a:ext cx="1005840" cy="152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767328"/>
            <a:ext cx="6949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核心命题：把一次学习回合做成一张可恢复、可拦截、可度量的状态图 —— 而不是不可控的聊天框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663440"/>
            <a:ext cx="6949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技术栈　Python 3.12 · LangGraph · FastAPI + SSE · SQLite · Next.js 16 · React 19 · MCP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4864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284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96188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项自动测试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54864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596188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道检索题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54864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596188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个功能页面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54864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596188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个 SQLite 文件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2 目录｜五段路线，结论先行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219456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背景与目标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1752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301752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技术选型与架构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84048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三项关键实现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66344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466344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实际使用与指标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48640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548640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边界与下一步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943600"/>
            <a:ext cx="101772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结论先行：下一页给出三条结论，后面每页只负责证明其中一条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3 背景｜三个时刻的共性缺口：产出无法复用，复习成本被迫翻倍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01 背景与目标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三个时刻的共性缺口：产出无法复用，复习成本被迫翻倍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053328" y="2103120"/>
            <a:ext cx="7620" cy="365760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一学期里的三个时刻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上课中 · 讲义散在三处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课程平台、聊天记录、手机相册各存一半，找一页要翻三个地方 → 不可检索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写作业 · 问完就走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答案留在对话里，同类问题下次从零再问 → 不可复用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期末时 · 资料在、题没有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只能重读讲义重翻记录，练习量不足 → 不可练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由此定义四个可验证目标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G1　中断后可无损续跑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关页或断网后，能从未完成处继续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G2　答案可追溯到具体页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引用带「第 N 页」，原件可打开核对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G3　数据不被越权修改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写操作在执行层被拦，确认后才落库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534009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G4　改动好坏可被量化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614416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固定考卷 + 基线，掉分自动拦截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问题不在「有没有工具」，而在「用完即弃」：讲义、结论、错因都没留下可复用的形态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4 技术选型｜零运维、可离线、可评测，不是追新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02 技术选型与架构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选型原则是零运维、可离线、可评测，不是追新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5740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层次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0574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选型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205740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承担什么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2057400"/>
            <a:ext cx="35935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为什么不选更常见的替代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395728"/>
            <a:ext cx="10177272" cy="762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42032"/>
            <a:ext cx="896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编排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542032"/>
            <a:ext cx="217627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LangGraph 显式状态图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542032"/>
            <a:ext cx="3182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回合路由、工具循环、检查点、中断恢复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542032"/>
            <a:ext cx="348386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自研状态机要重复实现断点与中断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2990087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063239"/>
            <a:ext cx="896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服务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063239"/>
            <a:ext cx="217627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FastAPI + SSE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063239"/>
            <a:ext cx="3182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流式下发步骤、回传人工确认结果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3063239"/>
            <a:ext cx="348386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同步框架难以边算边推，过程不可见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3511296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584448"/>
            <a:ext cx="896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存储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3584448"/>
            <a:ext cx="217627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SQLite · FTS5 + 向量表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584448"/>
            <a:ext cx="3182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单文件承载全部业务数据与检索索引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584448"/>
            <a:ext cx="348386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换 MySQL 会牺牲中文检索与离线演示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4032504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105656"/>
            <a:ext cx="896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检索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4105656"/>
            <a:ext cx="217627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trigram 全文 + 向量 + LIKE + 加权 RRF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4105656"/>
            <a:ext cx="3182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中文短词、同义异名、语义近似的多路覆盖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4105656"/>
            <a:ext cx="348386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纯向量漏专有名词与两字词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0" y="4553712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4626864"/>
            <a:ext cx="896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前端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4626864"/>
            <a:ext cx="217627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Next.js 16 · App Router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4626864"/>
            <a:ext cx="3182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页面路由、流式渲染、交互态管理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4626864"/>
            <a:ext cx="348386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纯 SPA 处理流式与多页状态更绕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5840" y="5074920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5148072"/>
            <a:ext cx="896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工具协议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1680" y="5148072"/>
            <a:ext cx="217627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MCP · 自写 stdio 客户端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5148072"/>
            <a:ext cx="3182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外部工具即插即用、跨宿主复用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0" y="5148072"/>
            <a:ext cx="348386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自研协议没有生态，也谈不上复用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结果：整条链路可离线跑通，测试与评测零 API 消耗 —— 这是能反复验证的前提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5 架构｜依赖单向朝内、回合画成图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02 技术选型与架构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依赖单向朝内、回合画成图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6053328" y="2103120"/>
            <a:ext cx="7620" cy="365760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四层边界 · 依赖只朝内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interfaces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API 与流式接口，唯一允许依赖全部的一层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用例编排、端口定义、LangGraph 状态图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domain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纯函数：路由、切块、融合排序、排期、护栏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34009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614416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SQLite、模型调用、向量、文件解析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一次回合 · 四个节点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route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判意图：讲解、练习、规划、检索、计算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复杂任务才规划，简单请求直接进模型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模型推理，决定调哪个工具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4009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614416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执行工具、回填结果，可回到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每个节点执行后都落一次检查点 —— 这既是「关掉页面还能接着跑」，也是「写库前停下问你」的共同前提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6 实现一｜四路召回补上中文短词与同义异名两类漏召回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03 关键实现 ① 检索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四路召回同时补上「中文短词」与「同义异名」两类漏召回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103120"/>
            <a:ext cx="4983480" cy="1572768"/>
          </a:xfrm>
          <a:prstGeom prst="roundRect">
            <a:avLst/>
          </a:prstGeom>
          <a:solidFill>
            <a:srgbClr val="FAF9F5"/>
          </a:solidFill>
          <a:ln w="635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224942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原查询全文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2596896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trigram 分词，中文按字面也能命中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321868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局限：错一个字就漏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2103120"/>
            <a:ext cx="4983480" cy="1572768"/>
          </a:xfrm>
          <a:prstGeom prst="roundRect">
            <a:avLst/>
          </a:prstGeom>
          <a:solidFill>
            <a:srgbClr val="FAF9F5"/>
          </a:solidFill>
          <a:ln w="635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224942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同义 · 中英扩写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596896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本征值 → 特征值，queue → 队列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321868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局限：靠词典，推断有噪声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3913632"/>
            <a:ext cx="4983480" cy="1572768"/>
          </a:xfrm>
          <a:prstGeom prst="roundRect">
            <a:avLst/>
          </a:prstGeom>
          <a:solidFill>
            <a:srgbClr val="FAF9F5"/>
          </a:solidFill>
          <a:ln w="635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405993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两字词 LIKE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4407408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「秩」「队列」进不了 trigram 索引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5029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局限：按覆盖度排序，精度中等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7064" y="3913632"/>
            <a:ext cx="4983480" cy="1572768"/>
          </a:xfrm>
          <a:prstGeom prst="roundRect">
            <a:avLst/>
          </a:prstGeom>
          <a:solidFill>
            <a:srgbClr val="FAF9F5"/>
          </a:solidFill>
          <a:ln w="635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405993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向量语义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407408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字面全不同、意思相近仍能召回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5029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局限：无真实模型时不可靠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四条不是堆料：每条都对应一个实测过的漏召回场景。消融：关掉精排后 MRR 由 0.9714 降至 0.9571，命中数不变 —— 它改善的是排序，不是召回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7 实现二｜检查点负责接着跑，权限两层负责改不了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03 关键实现 ② 执行边界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检查点负责「接着跑」，权限两层负责「改不了」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053328" y="2103120"/>
            <a:ext cx="7620" cy="365760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可恢复的三个必要件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检查点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每步结束落一次状态，存在 SQLite，进程重启也不丢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中断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写操作前主动暂停，等用户确认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恢复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确认后按原路径续跑，不重放整段对话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权限两层：看得见 ≠ 跑得动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讲解 · 检索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看得见全部工具 · 执行层放行，写操作仍需确认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练习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看得见只读工具 · 执行层直接拒绝写操作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进度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看不见任何工具 · 执行层一律拦截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写操作流程：模型发起落库 → 图在中断点暂停 → 用户点确认 → 从检查点恢复并落库。两层权限缺一不可：只遮列表模型仍会说出被禁工具名而失败，只拦执行模型会反复重试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8 实现三｜0.05 的容差把感觉变差变成命令失败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03 关键实现 ③ 质量门禁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0.05 的容差把「感觉变差」变成「命令失败」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215569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284 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215569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自动化测试，离线零 API 消耗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8738" y="2240280"/>
            <a:ext cx="215569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0.9714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8738" y="2926080"/>
            <a:ext cx="215569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检索 Hit@3 · 35 题考卷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1636" y="2240280"/>
            <a:ext cx="215569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1.0000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2926080"/>
            <a:ext cx="215569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意图准确率 · 15 句考卷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44534" y="2240280"/>
            <a:ext cx="215569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0.05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44534" y="2926080"/>
            <a:ext cx="215569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掉分红线，超出即非零退出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3566160"/>
            <a:ext cx="10177272" cy="762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840480"/>
            <a:ext cx="100584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为什么不用大模型判分：同一模型既写又评会共享盲区 —— 它看不见的错误，复核时也看不见，甚至会把好答案改坏。
所以判据全部用「确定性比对」：命中的是哪一篇、分到的是哪一类，机器都能校验；模型的判断只用于人工抽检。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口径：检索评测用确定性词面向量，同版本任何人复跑结果一致；真实语义效果由接真模型单独确认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9 实际使用｜四步走完一个学习周期：入库、溯源、记错因、到期复习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04 实际使用与指标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四步走完一个学习周期：入库、溯源、记错因、到期复习</a:t>
            </a:r>
          </a:p>
        </p:txBody>
      </p:sp>
      <p:pic>
        <p:nvPicPr>
          <p:cNvPr id="5" name="Picture 4" descr="ui-knowl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103120"/>
            <a:ext cx="7498079" cy="33799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05840" y="5574553"/>
            <a:ext cx="7406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知识库页实拍：左侧学科目录树，中间资料列表，右侧可直接就着当前库提问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21031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5128" y="21031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讲义入库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25128" y="2359152"/>
            <a:ext cx="23774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PDF / Word / PPT / Excel 秒传，板书照片经视觉转写后入库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0175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5128" y="30175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就着资料提问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25128" y="3273552"/>
            <a:ext cx="23774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回答标注出自哪份资料、第几页，原件可内联打开核对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39319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128" y="39319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错题按错因归档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4187952"/>
            <a:ext cx="23774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概念混淆 / 步骤遗漏 / 条件误读 / 计算失误 / 表述不清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20" y="48463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48463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到期自动复盘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5128" y="5102352"/>
            <a:ext cx="23774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今日复习只列到期题与薄弱学科，日程负责什么时候做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演示数据：7 个学科库 / 24 份资料 / 46 个可检索片段，全部带出处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0 边界｜六项能力：两项达标、三项部分达成、一项未做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05 边界与下一步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六项能力：两项达标、三项部分达成、一项未做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5740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能力项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205740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状态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057400"/>
            <a:ext cx="6062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依据 / 尚缺什么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2395728"/>
            <a:ext cx="10177272" cy="762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42032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中断可恢复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542032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达标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542032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状态图 + 检查点 + 中断恢复，均有回归测试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2990087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063239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检索准确性 / 可追溯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063239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达标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063239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35 题考卷，接真实向量 35/35，引用精确到页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3511296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584448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工具执行治理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584448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部分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584448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有双层权限与超时兜底，缺按参数与资源的细粒度约束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4032504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105656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长上下文管理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105656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部分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105656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有抽取式摘要与预算控制，缺关键事实外置成结构化笔记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4553712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626864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长期记忆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4626864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部分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4626864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按课程隔离、写入前确认，缺过期、替换与删除机制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5074920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148072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任务级成功率评测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5148072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未做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5148072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现有考卷只测「找到没 / 分类对不对」，不测「本次会话是否达成目标」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下一步优先级：任务级成功率评测 → 记忆生命周期 → 更难的检索考卷；均可在现有门禁内验证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1 收束｜让 AI 帮上忙靠的是每一步都留痕、可拦、可复算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28016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96926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让 AI 帮上忙，靠的不是它多聪明，而是每一步都留痕、能被拦住、也能被复算。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017520"/>
            <a:ext cx="1005840" cy="152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291840"/>
            <a:ext cx="9509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我们把它做成一个可交付的系统：能力有边界，缺口自己说出来，改动由指标说了算。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3434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下一步 · 任务级评测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663440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从「找到没」升级到「一次会话是否达成目标」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7408" y="43434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下一步 · 记忆生命周期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4663440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能改、能删、过期会失效，不再用错旧偏好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08976" y="43434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下一步 · 更难的考卷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08976" y="4663440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题不难，后面改什么都看不出好坏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5669280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852160"/>
            <a:ext cx="101772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284 项自动测试 · 35 道检索题 · 7 个功能页面　|　赛道十三 智慧教育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1.0.158</vt:lpwstr>
  </op:property>
  <op:property fmtid="{D5CDD505-2E9C-101B-9397-08002B2CF9AE}" pid="3" name="OfficeCLI.LastModified">
    <vt:lpwstr xmlns:vt="http://schemas.openxmlformats.org/officeDocument/2006/docPropsVTypes">2026-10-21T04:30:06Z</vt:lpwstr>
  </op:property>
</op:Properties>
</file>