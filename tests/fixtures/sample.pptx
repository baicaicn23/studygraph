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集合的概念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集合是指具有某种特定性质的具体的或抽象的对象汇总成的集体。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函数的极限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当自变量无限接近某一定值时，函数值无限接近的一个确定常数，即为极限。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